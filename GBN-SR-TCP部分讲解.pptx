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260" r:id="rId4"/>
    <p:sldId id="256" r:id="rId5"/>
    <p:sldId id="257" r:id="rId6"/>
    <p:sldId id="25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670" y="438150"/>
            <a:ext cx="5162550" cy="3638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660" y="2678430"/>
            <a:ext cx="5262880" cy="3475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915" y="523875"/>
            <a:ext cx="4943475" cy="3238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80" y="523875"/>
            <a:ext cx="4507865" cy="60629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635" y="4200525"/>
            <a:ext cx="2936875" cy="18573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52197246" name="图片 1" descr="图示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3350" y="4645660"/>
            <a:ext cx="6896100" cy="1999615"/>
          </a:xfrm>
          <a:prstGeom prst="rect">
            <a:avLst/>
          </a:prstGeom>
        </p:spPr>
      </p:pic>
      <p:pic>
        <p:nvPicPr>
          <p:cNvPr id="2134438216" name="图片 1" descr="图示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" y="133350"/>
            <a:ext cx="6416675" cy="4907280"/>
          </a:xfrm>
          <a:prstGeom prst="rect">
            <a:avLst/>
          </a:prstGeom>
        </p:spPr>
      </p:pic>
      <p:pic>
        <p:nvPicPr>
          <p:cNvPr id="1948378103" name="图片 1" descr="图片包含 文本&#10;&#10;描述已自动生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395" y="730250"/>
            <a:ext cx="6136640" cy="15100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30632860" name="图片 1" descr="图示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45" y="139700"/>
            <a:ext cx="6268720" cy="4782185"/>
          </a:xfrm>
          <a:prstGeom prst="rect">
            <a:avLst/>
          </a:prstGeom>
        </p:spPr>
      </p:pic>
      <p:pic>
        <p:nvPicPr>
          <p:cNvPr id="495464664" name="图片 1" descr="文本&#10;&#10;中度可信度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05" y="4439920"/>
            <a:ext cx="7484745" cy="218757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537845"/>
            <a:ext cx="5537200" cy="33064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773083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1235" y="3283585"/>
            <a:ext cx="7744460" cy="28956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410"/>
            <a:ext cx="6594475" cy="30511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WPS_1601389902</cp:lastModifiedBy>
  <cp:revision>6</cp:revision>
  <dcterms:created xsi:type="dcterms:W3CDTF">2023-08-09T12:44:00Z</dcterms:created>
  <dcterms:modified xsi:type="dcterms:W3CDTF">2025-04-02T02:39:17Z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2052-12.1.0.20305</vt:lpwstr>
  </property>
</Properties>
</file>